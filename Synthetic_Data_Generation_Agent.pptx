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0F346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solidFill>
            <a:srgbClr val="1A2644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</a:rPr>
              <a:t>🤖  AI-POWERED · LLM-DRIVEN · ENTERPRISE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Synthetic Data
Generation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B2D8"/>
                </a:solidFill>
              </a:rPr>
              <a:t>Generate realistic, schema-compliant synthetic datasets at scale
using large language models — fully configurable, batch-ready, instantly downloadable.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Powered by Databricks · Claude Sonnet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&amp;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Why synthetic data matters in enterprise AI/ML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50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What the agent does and 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Key features powering the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Supported Data 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62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Cluster CSV and ProductVendor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68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System design and data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18872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Where organisations deploy synthetic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450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Python, Streamlit, Databricks, Claude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20040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How to add new data types in minutes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62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Getting started and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 with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103120"/>
          </a:xfrm>
          <a:prstGeom prst="rect">
            <a:avLst/>
          </a:prstGeom>
          <a:solidFill>
            <a:srgbClr val="16213E"/>
          </a:solidFill>
          <a:ln>
            <a:solidFill>
              <a:srgbClr val="455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Privacy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Real data contains PII — sharing it for dev/test
violates GDPR, HIPAA, and data governance policies.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2103120"/>
          </a:xfrm>
          <a:prstGeom prst="rect">
            <a:avLst/>
          </a:prstGeom>
          <a:solidFill>
            <a:srgbClr val="16213E"/>
          </a:solidFill>
          <a:ln>
            <a:solidFill>
              <a:srgbClr val="455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Slow Data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Getting production data approved for dev use
can take weeks through data governance processes.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86400" cy="2103120"/>
          </a:xfrm>
          <a:prstGeom prst="rect">
            <a:avLst/>
          </a:prstGeom>
          <a:solidFill>
            <a:srgbClr val="16213E"/>
          </a:solidFill>
          <a:ln>
            <a:solidFill>
              <a:srgbClr val="455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Limited Edge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Real data often lacks rare events, outliers,
or specific scenarios needed for robust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486400" cy="2103120"/>
          </a:xfrm>
          <a:prstGeom prst="rect">
            <a:avLst/>
          </a:prstGeom>
          <a:solidFill>
            <a:srgbClr val="16213E"/>
          </a:solidFill>
          <a:ln>
            <a:solidFill>
              <a:srgbClr val="455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High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Sanitising and masking real datasets is
expensive, error-prone, and time-consuming.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Solution: LLM-Powered Synthetic Data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36576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A8B2D8"/>
                </a:solidFill>
              </a:rPr>
              <a:t>A Streamlit-powered web application that uses Claude Sonnet (Anthropic) via Databricks to generate realistic, schema-compliant synthetic datasets on demand.
Users configure the data type, record count, and batch size — the agent handles the rest: prompting the LLM, parsing and validating results, retrying failures, and delivering clean CSV or JSON files ready for immediate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097280"/>
            <a:ext cx="4389120" cy="86868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Batch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Up to 10,000+ records per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103120"/>
            <a:ext cx="4389120" cy="86868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Schema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Every field validated on parse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108960"/>
            <a:ext cx="4389120" cy="86868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182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493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2× retries per failed batch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114800"/>
            <a:ext cx="4389120" cy="86868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187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Instant 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498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CSV or JSON — one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5120640"/>
            <a:ext cx="4389120" cy="86868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193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Editable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504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Customise rules in the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B3ED"/>
                </a:solidFill>
              </a:rPr>
              <a:t>LLM-Powered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Leverages Claude Sonnet via Databricks. Contextually rich, business-rule-aware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E4F7"/>
                </a:solidFill>
              </a:rPr>
              <a:t>Schema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Field-level validation on every record. Wrong format = retry, not silent corruption.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8D391"/>
                </a:solidFill>
              </a:rPr>
              <a:t>Batch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Large volumes split into configurable batches. Live progress bar in the UI.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94F4"/>
                </a:solidFill>
              </a:rPr>
              <a:t>Configurable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Row count, batch size, and prompts all controlled by the user — no code changes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6AD55"/>
                </a:solidFill>
              </a:rPr>
              <a:t>Multi-Format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CSV for tabular/flat data. JSON for nested/hierarchical schemas.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65760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B3ED"/>
                </a:solidFill>
              </a:rPr>
              <a:t>Fault Tolerant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2D8"/>
                </a:solidFill>
              </a:rPr>
              <a:t>Each batch retries 2× automatically. Skipped batches are logged, not silently lost.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Supported Data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56032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486400" cy="5394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B3ED"/>
                </a:solidFill>
              </a:rPr>
              <a:t>📦  Cluster  · 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B2D8"/>
                </a:solidFill>
              </a:rPr>
              <a:t>STORE_NO     4-digit zero-padded, digits 1–9
DEPT_NO      G5- + 2–4 alphanumeric chars
CSTD_GRADE   Exactly 2 alphanumeric chars
PHASE_STARTDATE  DD-MMM-YY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Sample output: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303520" cy="3657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8D391"/>
                </a:solidFill>
              </a:rPr>
              <a:t>0142, G5-AB12, A1, 15-Jan-25
0587, G5-XY3,  B3, 22-Mar-25
0931, G5-MN45, C2, 07-Jun-25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D391"/>
                </a:solidFill>
              </a:rPr>
              <a:t>✅ Unique STORE_NO and DEPT_NO per batch guaranteed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Use cases: Store planning · Inventory clustering · Retail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51560"/>
            <a:ext cx="5486400" cy="5394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E4F7"/>
                </a:solidFill>
              </a:rPr>
              <a:t>🛍️  ProductVendor  · 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B2D8"/>
                </a:solidFill>
              </a:rPr>
              <a:t>productId      18-digit zero-padded string
season.seasonYear    4-digit year
season.seasonName    Unique code (SP24, FA25...)
vendors[].supplierNumber  6-char, starts with M
vendors[].factoryNumber   11-digit string
vendors[].isActive        "true" or "false"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Sample output: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303520" cy="3657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D391"/>
                </a:solidFill>
              </a:rPr>
              <a:t>{ "productId": "000000000006059884",
  "season": { "seasonYear": "2025",
              "seasonName": "SP25" },
  "vendors": [{ "supplierNumber": "M00055",
               "isActive": "true" }]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D391"/>
                </a:solidFill>
              </a:rPr>
              <a:t>✅ Nested validation: season + vendors checked per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Use cases: Product catalogue · Vendor management · Supply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32004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2860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</a:rPr>
              <a:t>🖥️ Streamlit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2103120" cy="2743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2D8"/>
                </a:solidFill>
              </a:rPr>
              <a:t>User selects data type,
row count, batch size
&amp; edits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63040"/>
            <a:ext cx="22860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E4F7"/>
                </a:solidFill>
              </a:rPr>
              <a:t>⚙️ DataGenBot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057400"/>
            <a:ext cx="2103120" cy="27432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1488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2D8"/>
                </a:solidFill>
              </a:rPr>
              <a:t>Builds prompt, calls
LLM API per batch,
streams progress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463040"/>
            <a:ext cx="22860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D391"/>
                </a:solidFill>
              </a:rPr>
              <a:t>🤖 Databricks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057400"/>
            <a:ext cx="2103120" cy="27432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1488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2D8"/>
                </a:solidFill>
              </a:rPr>
              <a:t>Claude Sonnet via
OpenAI-compatible
serving endpoint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22860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94F4"/>
                </a:solidFill>
              </a:rPr>
              <a:t>✅ Parser/Validator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057400"/>
            <a:ext cx="2103120" cy="27432"/>
          </a:xfrm>
          <a:prstGeom prst="rect">
            <a:avLst/>
          </a:prstGeom>
          <a:solidFill>
            <a:srgbClr val="B79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2D8"/>
                </a:solidFill>
              </a:rPr>
              <a:t>CSV: Pandas parsing
JSON: field-by-field
nested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1463040"/>
            <a:ext cx="22860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D55"/>
                </a:solidFill>
              </a:rPr>
              <a:t>📥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0" y="2057400"/>
            <a:ext cx="2103120" cy="27432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21488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2D8"/>
                </a:solidFill>
              </a:rPr>
              <a:t>Session state stores
results for preview
&amp; download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572000"/>
            <a:ext cx="4937760" cy="640080"/>
          </a:xfrm>
          <a:prstGeom prst="rect">
            <a:avLst/>
          </a:prstGeom>
          <a:solidFill>
            <a:srgbClr val="1A202C"/>
          </a:solidFill>
          <a:ln w="12700">
            <a:solidFill>
              <a:srgbClr val="7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617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AD55"/>
                </a:solidFill>
              </a:rPr>
              <a:t>🔁  Auto-Retry: Each batch retries up to 2× on parse or API error before being skipped &amp; logged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Enterprise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QA &amp; Testing Without 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Test applications with realistic data
that contains no real customer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Dev Environment Seeding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Instantly populate dev/staging databases
with representative data for development.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BI &amp; Analytics Prototyping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Build dashboards and reports before
real data pipelines are 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188720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ML 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874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Create large, labelled training datasets
for machine learning experiments.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Privacy-Safe Data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3483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Share data across teams or with
vendors without compliance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749039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40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ETL Pipeline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43483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Stress-test data pipelines with
controlled, high-volume synthetic inputs.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Supply Chain 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3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Model inventory and vendor scenarios
for planning and optimisation.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749039"/>
            <a:ext cx="27432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840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Demo &amp; Training Environments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43483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Create compelling, realistic demos
for client presentations and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01168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B3ED"/>
                </a:solidFill>
              </a:rPr>
              <a:t>Python 3.12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463040" cy="2743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2D8"/>
                </a:solidFill>
              </a:rPr>
              <a:t>Core runtime &amp; 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188720"/>
            <a:ext cx="20116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6E4F7"/>
                </a:solidFill>
              </a:rPr>
              <a:t>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788920"/>
            <a:ext cx="1463040" cy="27432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2D8"/>
                </a:solidFill>
              </a:rPr>
              <a:t>Interactive web UI, session
state, progress bar, downloads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188720"/>
            <a:ext cx="20116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8D391"/>
                </a:solidFill>
              </a:rPr>
              <a:t>Claude Sonnet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788920"/>
            <a:ext cx="1463040" cy="27432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2D8"/>
                </a:solidFill>
              </a:rPr>
              <a:t>Anthropic LLM for contextually
rich data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188720"/>
            <a:ext cx="20116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794F4"/>
                </a:solidFill>
              </a:rPr>
              <a:t>Databricks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788920"/>
            <a:ext cx="1463040" cy="27432"/>
          </a:xfrm>
          <a:prstGeom prst="rect">
            <a:avLst/>
          </a:prstGeom>
          <a:solidFill>
            <a:srgbClr val="B79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2D8"/>
                </a:solidFill>
              </a:rPr>
              <a:t>Model serving endpoint
(OpenAI-compatible 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188720"/>
            <a:ext cx="20116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6AD55"/>
                </a:solidFill>
              </a:rPr>
              <a:t>Pandas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788920"/>
            <a:ext cx="1463040" cy="27432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2D8"/>
                </a:solidFill>
              </a:rPr>
              <a:t>CSV parsing, dataframe
manipulation, column mapping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1A2644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💡  The agent uses the openai Python SDK to call Databricks endpoints — making it trivially swappable between Databricks, Azure OpenAI, or any OpenAI-compatible provider.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Adding New Data Types — 3 Simple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365760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Add Prompt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File: backend.py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4864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71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D391"/>
                </a:solidFill>
              </a:rPr>
              <a:t>PROMPT_TEMPLATES["MyType"] = """
Generate exactly {batch_size} UNIQUE CSV rows.
Columns: COL_A, COL_B, COL_C
Rules:
- COL_A: ...
- COL_B: ...
"""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1430000" cy="164592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Register Columns &amp; Output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File: backend.py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063240"/>
            <a:ext cx="54864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154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D391"/>
                </a:solidFill>
              </a:rPr>
              <a:t>COLUMN_NAMES["MyType"] = ["COL_A", "COL_B", "COL_C"]
OUTPUT_FORMATS["MyType"] = "csv"  # or "json"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solidFill>
            <a:srgbClr val="16213E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Add to UI Selector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File: app.py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846320"/>
            <a:ext cx="54864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4937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D391"/>
                </a:solidFill>
              </a:rPr>
              <a:t>data_type = st.selectbox(
    "Element Type",
    options=["Cluster", "ProductVendor", "MyType"],
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0F346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Next Steps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56032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8D391"/>
                </a:solidFill>
              </a:rPr>
              <a:t>✅  Immediate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▶  Run the app: venv\Scripts\python.exe -m streamlit run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▶  Generate Cluster CSV and ProductVendor JSON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▶  Review batch logs and download output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7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▶  Customise prompts in the UI to match your specific data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57784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E4F7"/>
                </a:solidFill>
              </a:rPr>
              <a:t>🗺️  Future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Add new data schemas (e.g. Customer, Transaction, Employee)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Export to Excel, Parquet, and database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Multi-schema generation in a single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Schema inference from existing table DDL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Volume scale-out via parallel batch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663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2D8"/>
                </a:solidFill>
              </a:rPr>
              <a:t>🔜  Configurable LLM provider (Azure OpenAI, OpenAI, local models)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🚀  Ready to generate synthetic data at scale?  Let's configure your environment and get started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533483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2D8"/>
                </a:solidFill>
              </a:rPr>
              <a:t>Synthetic Data Generation Agent
Powered by Databricks · Claude Sonnet ·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206240"/>
            <a:ext cx="4846320" cy="365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B3ED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Confidential · For Client Presentation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